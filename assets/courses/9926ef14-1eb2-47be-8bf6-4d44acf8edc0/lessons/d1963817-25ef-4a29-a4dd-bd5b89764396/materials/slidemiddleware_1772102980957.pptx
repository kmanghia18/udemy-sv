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5388" autoAdjust="0"/>
  </p:normalViewPr>
  <p:slideViewPr>
    <p:cSldViewPr snapToGrid="0" snapToObjects="1">
      <p:cViewPr varScale="1">
        <p:scale>
          <a:sx n="151" d="100"/>
          <a:sy n="151" d="100"/>
        </p:scale>
        <p:origin x="624" y="1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{0BF3B23D-111B-488B-A517-5201221E0EEB}TF8a9b5915-b8c7-461e-8cdd-693d48b5e32371f7b7e2_win32-4bf0b9a2ea37</Template>
  <TotalTime>0</TotalTime>
  <Words>422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Basic 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Nghĩa Trần</dc:creator>
  <cp:lastModifiedBy>Nghĩa Trần</cp:lastModifiedBy>
  <cp:revision>1</cp:revision>
  <dcterms:created xsi:type="dcterms:W3CDTF">2026-02-26T10:49:00Z</dcterms:created>
  <dcterms:modified xsi:type="dcterms:W3CDTF">2026-02-26T10:49:15Z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